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8" r:id="rId7"/>
    <p:sldId id="265" r:id="rId8"/>
    <p:sldId id="26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0FBE2-3084-4EF0-AEF0-7922B32B7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E33F09E-DA34-46F6-8C12-B95990B80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B551F6-310E-48CB-A23D-AC808405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ACD2A4-66CE-4118-8602-F952B349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9C970-FF2B-43AD-8524-198C47C4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09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605DD0-F491-4A2E-A2F0-19FCAB2F1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974CC2-0441-40D7-98F6-BDEEA094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533EB8-86D0-4672-9EE8-353F875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191D7D-500A-4821-B6B0-6325526E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5BCAC4-01B8-46C0-AFC0-472E659F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8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567DD-BD26-425A-9729-C2245DC6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DFEDF4-BD5A-4B2A-BA03-4D2D6DDEB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6C13A6-8226-4C95-8215-841F71EC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3C45BD-E75C-4F50-97A5-E408217E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42C5FF-8DA1-4E5D-9FCA-C243CF40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233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34991-EFC6-4ADB-881C-369681F22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A8843B-C15C-4455-91D0-CEFBFD4F3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0301FE-519B-4B7A-A5D6-F032D820E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96E78B-1577-452D-B90F-EE3A0400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A2F1BE-F30C-4BF9-8778-63757808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D7CDE2-0640-4B4A-8DAF-71536B6DC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90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20591-FD53-49AD-8C9F-9A85473B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634BD5-81C1-42E4-B770-0D894235D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2C290E-2933-4DFD-ACC8-BDE90F4AC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8B1A5C-FEE7-476D-B651-BD08D6BB4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695425-9B27-45C1-893C-78EB612B8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29CFFD-5470-4805-AE1F-9FA0AFDA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CDED89-F61E-460C-8B97-845A41FD1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78AB5F-9377-4699-A446-82AFA886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96709-B965-4673-ADC2-1313F077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5CCEFF-C53D-475A-968A-12E4AA8F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97AF55-FBB0-47B7-AA59-2777B868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E072AC-F5F2-4370-9C58-65C9031F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07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AAB850-50EA-4646-8266-3D487783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754D81-C70C-41C8-B617-C7525269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20A107-A7CF-41F6-8719-06C544E4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62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E47AE-E285-4213-8017-E3E5074C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ED4A9E-DF93-40C4-936C-81F3DF7B4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00E13A-0F81-4E22-A9D5-8E152C0C7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246FA2-2F7A-4D41-8869-2ED01866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61BF9-B3B2-4CB1-88E5-B66AFBC1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8D140A-51AC-4644-817F-92B8ADA2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40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0CBE0-0E0A-4986-8E1E-06B204AD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E460A23-5B06-484D-B369-B23CAAD71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164488-9288-45DA-A88D-0C69232DB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DE0CD1-CAF4-4101-890F-1725BAA1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5B9EA1-65BD-411C-992B-47ADFFD4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C6B2C3-8BFE-4A2E-A184-E3C80E3A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28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389E1-8D33-4A20-B60A-91F4FF12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F129DD-DC87-4F15-9F5A-43A485D2B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EDC05-BA20-46FB-9CB8-C28739F4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1B2491-F0CD-4B9D-A546-5BB05A0A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6E6C21-13A4-42D3-8354-DCFC1A54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06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EB5583-663E-48A4-90B7-2E700D2BD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C81032-693A-412B-80AC-7F8FD2CA2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2553DC-45ED-4FC5-B225-AD22974D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D43E86-4F6C-4324-BDDD-FD798F1D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43FC49-1B0A-4FB1-AED3-DA6A55DE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48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9144C6-0819-46AF-A529-3D39092D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AE533C-C79E-448E-ADCA-A7EB9B7D9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D875F7-4560-4E35-B4F5-6A49BE772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5546-4A97-4DF8-AAED-69E172E38B4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E999BF-E3EC-4936-8BD2-88809D28E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D062C2-7D07-474E-8D7D-63D6772AD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4E3C0-FBA2-4C5E-9852-75A7CC4942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75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DD26D-283D-4D3D-9E10-2993137E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670" y="142358"/>
            <a:ext cx="8722659" cy="207192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 Кировское областное государственное профессиональное бюджетное учреждение «Слободской колледж педагогики и социальных отношений»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8D020B-4A58-4BF8-89F7-77156DD4F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4670" y="2791669"/>
            <a:ext cx="8722659" cy="1027295"/>
          </a:xfrm>
        </p:spPr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Разработке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 «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School_OlympiadDB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79381B-FBC6-48E9-8B0E-ECC782C18B53}"/>
              </a:ext>
            </a:extLst>
          </p:cNvPr>
          <p:cNvSpPr txBox="1"/>
          <p:nvPr/>
        </p:nvSpPr>
        <p:spPr>
          <a:xfrm>
            <a:off x="6096000" y="4869711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Выполнил:Абатуров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Никита Андреевич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 09.02.07»Информационные системы и программирования»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Курс: 3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Руководитель:Махнёв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 Анатольевич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90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69A00-210C-4C4A-A3AA-3508C871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FB998-A20D-4898-A205-4219979EF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l"/>
            <a:r>
              <a:rPr lang="ru-RU" sz="3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разработки:</a:t>
            </a:r>
            <a: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6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60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 для формирования отчетов о Школьных олимпиад</a:t>
            </a:r>
            <a:endParaRPr lang="ru-RU" sz="260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300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ru-RU" sz="300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и создание 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диагаммы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базу данных для хранения информации о </a:t>
            </a:r>
            <a:r>
              <a:rPr lang="ru-RU" dirty="0" err="1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Обучаощиеся,Олимпиад,участие</a:t>
            </a:r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олимпиадах и т.д.</a:t>
            </a:r>
          </a:p>
          <a:p>
            <a:pPr marL="514350" indent="-514350" algn="l">
              <a:buFont typeface="+mj-lt"/>
              <a:buAutoNum type="arabicPeriod"/>
            </a:pPr>
            <a:r>
              <a:rPr lang="ru-RU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Отчетов и запросов</a:t>
            </a:r>
            <a:endParaRPr lang="ru-RU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endParaRPr lang="ru-RU" sz="26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ru-RU" sz="260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endParaRPr lang="ru-RU" sz="260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123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A8DA-C884-4FA3-B4E0-8D591B65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sz="360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E791ED-4D81-43D0-9C27-7C0995BAA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Было выявлено </a:t>
            </a:r>
            <a:r>
              <a:rPr lang="ru-RU" b="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</a:t>
            </a:r>
          </a:p>
          <a:p>
            <a:pPr lvl="1"/>
            <a:r>
              <a:rPr lang="ru-RU" b="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Обучающиеся</a:t>
            </a:r>
          </a:p>
          <a:p>
            <a:pPr lvl="1"/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Классный руководитель</a:t>
            </a:r>
          </a:p>
          <a:p>
            <a:pPr lvl="1"/>
            <a:r>
              <a:rPr lang="ru-RU" b="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Олимпиада</a:t>
            </a:r>
          </a:p>
          <a:p>
            <a:pPr lvl="1"/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</a:t>
            </a:r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олимпиадах</a:t>
            </a:r>
          </a:p>
          <a:p>
            <a:pPr lvl="1"/>
            <a:r>
              <a:rPr lang="ru-RU" b="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</a:t>
            </a:r>
          </a:p>
          <a:p>
            <a:pPr lvl="1"/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</a:t>
            </a:r>
            <a:r>
              <a:rPr lang="ru-RU" dirty="0" err="1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учереждение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54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D244C-3C66-4D63-BA2C-1101A94C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86" y="206189"/>
            <a:ext cx="8091069" cy="107576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 процессе анализа было </a:t>
            </a:r>
            <a:r>
              <a:rPr lang="ru-RU" dirty="0" err="1" smtClean="0"/>
              <a:t>разработанна</a:t>
            </a:r>
            <a:r>
              <a:rPr lang="ru-RU" dirty="0" smtClean="0"/>
              <a:t> </a:t>
            </a:r>
            <a:r>
              <a:rPr lang="en-US" dirty="0" smtClean="0"/>
              <a:t>ER-</a:t>
            </a:r>
            <a:r>
              <a:rPr lang="ru-RU" dirty="0" smtClean="0"/>
              <a:t>диаграмма</a:t>
            </a:r>
            <a:endParaRPr lang="ru-RU" dirty="0"/>
          </a:p>
        </p:txBody>
      </p:sp>
      <p:pic>
        <p:nvPicPr>
          <p:cNvPr id="6" name="Объект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743" y="1479176"/>
            <a:ext cx="6289556" cy="51908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3466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C5AB9-1337-4FC3-BD4D-B92FFBF3D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77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Представления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76" y="1580308"/>
            <a:ext cx="3896109" cy="48225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82883" y="1580307"/>
            <a:ext cx="3879247" cy="4822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478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610" y="1822356"/>
            <a:ext cx="5674390" cy="48225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082" y="1827517"/>
            <a:ext cx="4623619" cy="48173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569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79287-6020-46C2-ACB1-6B859483D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2BEE78-98E2-430E-B9A3-9C89B276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</a:t>
            </a:r>
            <a:r>
              <a:rPr lang="en-US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-диаграмма</a:t>
            </a:r>
            <a:endParaRPr lang="ru-RU" b="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 smtClean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представлений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запросов</a:t>
            </a:r>
            <a:endParaRPr lang="ru-RU" b="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b="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b="0" i="0" dirty="0" smtClean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4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D93C3-CD04-446C-8B8B-516A4B97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AD040-F98D-4C5A-93D2-047ED1D6C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482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ходе работы над проектом «</a:t>
            </a:r>
            <a:r>
              <a:rPr lang="ru-RU" dirty="0" err="1"/>
              <a:t>School_OlympiadDB</a:t>
            </a:r>
            <a:r>
              <a:rPr lang="ru-RU" dirty="0"/>
              <a:t>» была успешно разработана база данных для учёта участия школьников в олимпиадах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Выполнены все поставленные задачи: проведён анализ предметной области, построена ER-диаграмма, спроектирована и реализована реляционная база данных, соответствующая требованиям третьей нормальной формы (3НФ). </a:t>
            </a:r>
            <a:endParaRPr lang="ru-RU" dirty="0" smtClean="0"/>
          </a:p>
          <a:p>
            <a:r>
              <a:rPr lang="ru-RU" dirty="0" smtClean="0"/>
              <a:t>Созданы </a:t>
            </a:r>
            <a:r>
              <a:rPr lang="ru-RU" dirty="0"/>
              <a:t>таблицы, представления, ограничения целостности, а также отчёты и запросы для анализа данных. </a:t>
            </a:r>
            <a:endParaRPr lang="ru-RU" dirty="0" smtClean="0"/>
          </a:p>
          <a:p>
            <a:r>
              <a:rPr lang="ru-RU" dirty="0" smtClean="0"/>
              <a:t>Организовано </a:t>
            </a:r>
            <a:r>
              <a:rPr lang="ru-RU" dirty="0"/>
              <a:t>резервное копирование. </a:t>
            </a:r>
            <a:endParaRPr lang="ru-RU" dirty="0" smtClean="0"/>
          </a:p>
          <a:p>
            <a:r>
              <a:rPr lang="ru-RU" dirty="0" smtClean="0"/>
              <a:t>Разработанная </a:t>
            </a:r>
            <a:r>
              <a:rPr lang="ru-RU" dirty="0"/>
              <a:t>БД позволяет формировать сводные отчёты по </a:t>
            </a:r>
            <a:r>
              <a:rPr lang="ru-RU" dirty="0" err="1" smtClean="0"/>
              <a:t>обучающиемся</a:t>
            </a:r>
            <a:r>
              <a:rPr lang="ru-RU" dirty="0" smtClean="0"/>
              <a:t> </a:t>
            </a:r>
            <a:r>
              <a:rPr lang="ru-RU" dirty="0"/>
              <a:t>и классным руководителям, обеспечивая удобное хранение и обработку информации об олимпиадах.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382488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218</Words>
  <Application>Microsoft Office PowerPoint</Application>
  <PresentationFormat>Широкоэкранный</PresentationFormat>
  <Paragraphs>37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МИНИСТЕРСТВО ОБРАЗОВАНИЯ КИРОВСКОЙ ОБЛАСТИ Кировское областное государственное профессиональное бюджетное учреждение «Слободской колледж педагогики и социальных отношений»</vt:lpstr>
      <vt:lpstr>ЦЕЛИ И ЗАДАЧИ</vt:lpstr>
      <vt:lpstr>Анализ предметной области</vt:lpstr>
      <vt:lpstr>В процессе анализа было разработанна ER-диаграмма</vt:lpstr>
      <vt:lpstr>Представления</vt:lpstr>
      <vt:lpstr> запросы</vt:lpstr>
      <vt:lpstr>итог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Слободской колледж педагогики и социальных отношений</dc:title>
  <dc:creator>Kab33-01</dc:creator>
  <cp:lastModifiedBy>Михаил Абатуров</cp:lastModifiedBy>
  <cp:revision>10</cp:revision>
  <dcterms:created xsi:type="dcterms:W3CDTF">2026-04-21T05:50:39Z</dcterms:created>
  <dcterms:modified xsi:type="dcterms:W3CDTF">2026-05-27T06:59:04Z</dcterms:modified>
</cp:coreProperties>
</file>